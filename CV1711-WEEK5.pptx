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28"/>
  </p:handoutMasterIdLst>
  <p:sldIdLst>
    <p:sldId id="259" r:id="rId5"/>
    <p:sldId id="268" r:id="rId6"/>
    <p:sldId id="301" r:id="rId7"/>
    <p:sldId id="305" r:id="rId8"/>
    <p:sldId id="306" r:id="rId9"/>
    <p:sldId id="302" r:id="rId10"/>
    <p:sldId id="300" r:id="rId11"/>
    <p:sldId id="291" r:id="rId12"/>
    <p:sldId id="269" r:id="rId13"/>
    <p:sldId id="290" r:id="rId14"/>
    <p:sldId id="303" r:id="rId15"/>
    <p:sldId id="292" r:id="rId16"/>
    <p:sldId id="294" r:id="rId17"/>
    <p:sldId id="293" r:id="rId18"/>
    <p:sldId id="295" r:id="rId19"/>
    <p:sldId id="277" r:id="rId20"/>
    <p:sldId id="296" r:id="rId21"/>
    <p:sldId id="279" r:id="rId22"/>
    <p:sldId id="299" r:id="rId23"/>
    <p:sldId id="278" r:id="rId24"/>
    <p:sldId id="297" r:id="rId25"/>
    <p:sldId id="298" r:id="rId26"/>
    <p:sldId id="331" r:id="rId2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9E6F46-5119-4FB5-A651-94EDBD8D377B}" v="1" dt="2026-09-06T18:15:24.2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74" autoAdjust="0"/>
    <p:restoredTop sz="94786"/>
  </p:normalViewPr>
  <p:slideViewPr>
    <p:cSldViewPr snapToGrid="0" snapToObjects="1">
      <p:cViewPr varScale="1">
        <p:scale>
          <a:sx n="152" d="100"/>
          <a:sy n="152" d="100"/>
        </p:scale>
        <p:origin x="408" y="9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JIANG SHUO#" userId="fb4bb6a7-b10d-4e4a-bf68-a269bc875e77" providerId="ADAL" clId="{FCFA541B-5210-44D5-866D-E58C6E9566A6}"/>
    <pc:docChg chg="custSel addSld delSld modSld">
      <pc:chgData name="#JIANG SHUO#" userId="fb4bb6a7-b10d-4e4a-bf68-a269bc875e77" providerId="ADAL" clId="{FCFA541B-5210-44D5-866D-E58C6E9566A6}" dt="2026-09-07T06:09:40.314" v="9" actId="1076"/>
      <pc:docMkLst>
        <pc:docMk/>
      </pc:docMkLst>
      <pc:sldChg chg="del">
        <pc:chgData name="#JIANG SHUO#" userId="fb4bb6a7-b10d-4e4a-bf68-a269bc875e77" providerId="ADAL" clId="{FCFA541B-5210-44D5-866D-E58C6E9566A6}" dt="2026-09-06T18:15:27.963" v="1" actId="47"/>
        <pc:sldMkLst>
          <pc:docMk/>
          <pc:sldMk cId="2224933946" sldId="304"/>
        </pc:sldMkLst>
      </pc:sldChg>
      <pc:sldChg chg="addSp delSp modSp mod">
        <pc:chgData name="#JIANG SHUO#" userId="fb4bb6a7-b10d-4e4a-bf68-a269bc875e77" providerId="ADAL" clId="{FCFA541B-5210-44D5-866D-E58C6E9566A6}" dt="2026-09-07T06:09:40.314" v="9" actId="1076"/>
        <pc:sldMkLst>
          <pc:docMk/>
          <pc:sldMk cId="1517604735" sldId="305"/>
        </pc:sldMkLst>
        <pc:spChg chg="mod">
          <ac:chgData name="#JIANG SHUO#" userId="fb4bb6a7-b10d-4e4a-bf68-a269bc875e77" providerId="ADAL" clId="{FCFA541B-5210-44D5-866D-E58C6E9566A6}" dt="2026-09-07T06:09:40.314" v="9" actId="1076"/>
          <ac:spMkLst>
            <pc:docMk/>
            <pc:sldMk cId="1517604735" sldId="305"/>
            <ac:spMk id="6" creationId="{4505F518-7751-0B72-C802-692B22A0A0C9}"/>
          </ac:spMkLst>
        </pc:spChg>
        <pc:picChg chg="add mod ord">
          <ac:chgData name="#JIANG SHUO#" userId="fb4bb6a7-b10d-4e4a-bf68-a269bc875e77" providerId="ADAL" clId="{FCFA541B-5210-44D5-866D-E58C6E9566A6}" dt="2026-09-07T06:09:36.940" v="8" actId="1076"/>
          <ac:picMkLst>
            <pc:docMk/>
            <pc:sldMk cId="1517604735" sldId="305"/>
            <ac:picMk id="3" creationId="{59B7162C-DE24-6ACF-21D9-4C6FA9BB2DB7}"/>
          </ac:picMkLst>
        </pc:picChg>
        <pc:picChg chg="del">
          <ac:chgData name="#JIANG SHUO#" userId="fb4bb6a7-b10d-4e4a-bf68-a269bc875e77" providerId="ADAL" clId="{FCFA541B-5210-44D5-866D-E58C6E9566A6}" dt="2026-09-07T06:09:32.169" v="7" actId="478"/>
          <ac:picMkLst>
            <pc:docMk/>
            <pc:sldMk cId="1517604735" sldId="305"/>
            <ac:picMk id="4" creationId="{8CFB6812-CE3A-B65B-98C4-AF5105B51004}"/>
          </ac:picMkLst>
        </pc:picChg>
      </pc:sldChg>
      <pc:sldChg chg="add">
        <pc:chgData name="#JIANG SHUO#" userId="fb4bb6a7-b10d-4e4a-bf68-a269bc875e77" providerId="ADAL" clId="{FCFA541B-5210-44D5-866D-E58C6E9566A6}" dt="2026-09-06T18:15:24.234" v="0"/>
        <pc:sldMkLst>
          <pc:docMk/>
          <pc:sldMk cId="1394632675" sldId="33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9/7/2026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9/7/2026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F608-D302-8513-6306-E5E7E4DD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CBC3A0-2B36-47B2-F7C2-6B2DAB24C5B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142DC2-361B-DF45-341F-D86291606981}"/>
              </a:ext>
            </a:extLst>
          </p:cNvPr>
          <p:cNvSpPr txBox="1"/>
          <p:nvPr/>
        </p:nvSpPr>
        <p:spPr>
          <a:xfrm>
            <a:off x="1613365" y="1989925"/>
            <a:ext cx="63337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Import, Closely Related to Quiz1, Please Pay Attention!</a:t>
            </a:r>
          </a:p>
        </p:txBody>
      </p:sp>
    </p:spTree>
    <p:extLst>
      <p:ext uri="{BB962C8B-B14F-4D97-AF65-F5344CB8AC3E}">
        <p14:creationId xmlns:p14="http://schemas.microsoft.com/office/powerpoint/2010/main" val="1444261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23862-188E-9C64-5116-B2D6C3482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B421312-0961-EE01-7BE7-66644AB43AD0}"/>
              </a:ext>
            </a:extLst>
          </p:cNvPr>
          <p:cNvGrpSpPr/>
          <p:nvPr/>
        </p:nvGrpSpPr>
        <p:grpSpPr>
          <a:xfrm>
            <a:off x="2505330" y="168441"/>
            <a:ext cx="4012232" cy="4633559"/>
            <a:chOff x="1762866" y="-646885"/>
            <a:chExt cx="5574078" cy="64372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880EAAE-BAA6-A2B2-4B66-008C75371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6" name="Speech Bubble: Rectangle 52">
              <a:extLst>
                <a:ext uri="{FF2B5EF4-FFF2-40B4-BE49-F238E27FC236}">
                  <a16:creationId xmlns:a16="http://schemas.microsoft.com/office/drawing/2014/main" id="{5F51AF46-93A5-F808-20DF-77DD3B10FC34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3FA7D153-A11D-19A6-4216-F700DA63D0ED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E1D60B3C-4497-9565-FBC7-2E55B6F1D3A5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F11FFC6-0C89-ABE7-FADF-816D9FE01785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132B998C-D7A5-91AC-3978-74370DC049A7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Speech Bubble: Rectangle 51">
              <a:extLst>
                <a:ext uri="{FF2B5EF4-FFF2-40B4-BE49-F238E27FC236}">
                  <a16:creationId xmlns:a16="http://schemas.microsoft.com/office/drawing/2014/main" id="{3B7278A9-DB4A-DFCB-7E3E-BCE14812321D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D32778E-1C9C-3557-46F7-4A6EA3BF0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F4E61C-2DC8-D7D8-5575-B251755ED934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Recap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508AD6A7-396C-A94A-939F-9D4E0F5C1A1A}"/>
              </a:ext>
            </a:extLst>
          </p:cNvPr>
          <p:cNvSpPr/>
          <p:nvPr/>
        </p:nvSpPr>
        <p:spPr>
          <a:xfrm rot="16200000">
            <a:off x="1594694" y="2127266"/>
            <a:ext cx="4308523" cy="2366648"/>
          </a:xfrm>
          <a:prstGeom prst="parallelogram">
            <a:avLst>
              <a:gd name="adj" fmla="val 50708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54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9B7162C-DE24-6ACF-21D9-4C6FA9BB2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496" y="637756"/>
            <a:ext cx="6859008" cy="38679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743597-5957-2D80-BB0C-7A21357235F5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Materials for Self-learning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05F518-7751-0B72-C802-692B22A0A0C9}"/>
              </a:ext>
            </a:extLst>
          </p:cNvPr>
          <p:cNvSpPr/>
          <p:nvPr/>
        </p:nvSpPr>
        <p:spPr>
          <a:xfrm>
            <a:off x="1359039" y="3540952"/>
            <a:ext cx="1143000" cy="3840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0202E-3E92-820D-7F94-D1C71900F52A}"/>
              </a:ext>
            </a:extLst>
          </p:cNvPr>
          <p:cNvSpPr txBox="1"/>
          <p:nvPr/>
        </p:nvSpPr>
        <p:spPr>
          <a:xfrm>
            <a:off x="1969012" y="2390150"/>
            <a:ext cx="62605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Read this before hands-on exercises!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Note there may be a few minor errors!</a:t>
            </a:r>
          </a:p>
        </p:txBody>
      </p:sp>
    </p:spTree>
    <p:extLst>
      <p:ext uri="{BB962C8B-B14F-4D97-AF65-F5344CB8AC3E}">
        <p14:creationId xmlns:p14="http://schemas.microsoft.com/office/powerpoint/2010/main" val="1517604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80B9F-9C6E-D6BB-4362-FBA77D0AF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A171BE2-9B72-DF17-2EFE-CDE687E58EDF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Assignments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9E06C2-38AB-DA97-4EA2-E57B8728EF6D}"/>
              </a:ext>
            </a:extLst>
          </p:cNvPr>
          <p:cNvSpPr txBox="1"/>
          <p:nvPr/>
        </p:nvSpPr>
        <p:spPr>
          <a:xfrm>
            <a:off x="317634" y="1494038"/>
            <a:ext cx="58308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FF0000"/>
                </a:solidFill>
              </a:rPr>
              <a:t>Finish – E9, E10, E11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FF0000"/>
                </a:solidFill>
              </a:rPr>
              <a:t>Submission – E10 </a:t>
            </a:r>
          </a:p>
        </p:txBody>
      </p:sp>
    </p:spTree>
    <p:extLst>
      <p:ext uri="{BB962C8B-B14F-4D97-AF65-F5344CB8AC3E}">
        <p14:creationId xmlns:p14="http://schemas.microsoft.com/office/powerpoint/2010/main" val="3843396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A0F0-F205-4F2D-4D1E-DB10E5E70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7078B9-99D0-A4B7-4DCA-F901AFBFD1F8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Terms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E56925-9907-7DC2-4C2A-38F2E85D4B7A}"/>
              </a:ext>
            </a:extLst>
          </p:cNvPr>
          <p:cNvSpPr txBox="1"/>
          <p:nvPr/>
        </p:nvSpPr>
        <p:spPr>
          <a:xfrm>
            <a:off x="571500" y="1113204"/>
            <a:ext cx="774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(P</a:t>
            </a:r>
            <a:r>
              <a:rPr lang="en-US" altLang="zh-CN" sz="2400" b="1" dirty="0"/>
              <a:t>rimary</a:t>
            </a:r>
            <a:r>
              <a:rPr lang="en-US" sz="2400" b="1" dirty="0"/>
              <a:t>) Auxiliary Projection:</a:t>
            </a:r>
            <a:r>
              <a:rPr lang="en-US" sz="2400" dirty="0"/>
              <a:t> A view projected onto a plane that is perpendicular to one principal view, used to show an inclined surface in its true size and shape.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2959A-CB76-6565-B574-AF8536BF45BE}"/>
              </a:ext>
            </a:extLst>
          </p:cNvPr>
          <p:cNvSpPr txBox="1"/>
          <p:nvPr/>
        </p:nvSpPr>
        <p:spPr>
          <a:xfrm>
            <a:off x="571500" y="2658876"/>
            <a:ext cx="79324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/ P</a:t>
            </a:r>
            <a:r>
              <a:rPr lang="en-US" altLang="zh-CN" sz="2400" b="1" dirty="0"/>
              <a:t>rimary:</a:t>
            </a:r>
            <a:br>
              <a:rPr lang="en-US" sz="2400" dirty="0"/>
            </a:br>
            <a:r>
              <a:rPr lang="en-US" sz="2400" dirty="0"/>
              <a:t>The projection obtained by </a:t>
            </a:r>
            <a:r>
              <a:rPr lang="en-US" sz="2400" b="1" dirty="0">
                <a:solidFill>
                  <a:srgbClr val="FF0000"/>
                </a:solidFill>
              </a:rPr>
              <a:t>rotating once </a:t>
            </a:r>
            <a:r>
              <a:rPr lang="en-US" sz="2400" dirty="0"/>
              <a:t>from a principal view (front, top, or side). </a:t>
            </a:r>
            <a:r>
              <a:rPr lang="en-US" sz="2400" b="1" dirty="0">
                <a:solidFill>
                  <a:srgbClr val="FF0000"/>
                </a:solidFill>
              </a:rPr>
              <a:t>N</a:t>
            </a:r>
            <a:r>
              <a:rPr lang="en-US" altLang="zh-CN" sz="2400" b="1" dirty="0">
                <a:solidFill>
                  <a:srgbClr val="FF0000"/>
                </a:solidFill>
              </a:rPr>
              <a:t>ot</a:t>
            </a:r>
            <a:r>
              <a:rPr lang="en-US" altLang="zh-CN" sz="2400" dirty="0"/>
              <a:t> First Quadrant.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77683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14B0-58FC-076E-E1AC-B2C80663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E78F3D-4F3C-FCE2-BFE0-19756033B99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Auxiliary Plan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 descr="A diagram of a geometrical figure&#10;&#10;AI-generated content may be incorrect.">
            <a:extLst>
              <a:ext uri="{FF2B5EF4-FFF2-40B4-BE49-F238E27FC236}">
                <a16:creationId xmlns:a16="http://schemas.microsoft.com/office/drawing/2014/main" id="{CC1AAA08-D7D7-A0EA-4117-46025172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86" y="816495"/>
            <a:ext cx="5364476" cy="37792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EF4576-864C-DCAA-6A10-D63E153E3667}"/>
              </a:ext>
            </a:extLst>
          </p:cNvPr>
          <p:cNvSpPr txBox="1"/>
          <p:nvPr/>
        </p:nvSpPr>
        <p:spPr>
          <a:xfrm>
            <a:off x="5620446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Plan: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Plan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</a:t>
            </a:r>
            <a:r>
              <a:rPr lang="en-US" b="1" dirty="0">
                <a:solidFill>
                  <a:srgbClr val="FF0000"/>
                </a:solidFill>
              </a:rPr>
              <a:t>Elevation</a:t>
            </a:r>
            <a:r>
              <a:rPr lang="en-US" dirty="0">
                <a:solidFill>
                  <a:srgbClr val="FF0000"/>
                </a:solidFill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779232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DF533-266C-DA02-0A6C-7C3BBEC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tep&#10;&#10;AI-generated content may be incorrect.">
            <a:extLst>
              <a:ext uri="{FF2B5EF4-FFF2-40B4-BE49-F238E27FC236}">
                <a16:creationId xmlns:a16="http://schemas.microsoft.com/office/drawing/2014/main" id="{0E7AD2AC-E5F6-2B54-319D-C466F1C0D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22" y="430077"/>
            <a:ext cx="6059592" cy="428334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E1BC983-CEB1-62FF-0600-4E0F2FD4C234}"/>
              </a:ext>
            </a:extLst>
          </p:cNvPr>
          <p:cNvSpPr/>
          <p:nvPr/>
        </p:nvSpPr>
        <p:spPr>
          <a:xfrm>
            <a:off x="5639651" y="636862"/>
            <a:ext cx="823386" cy="250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PLAN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C1DC2A-D7E0-7F96-5519-1C6BFD5772AF}"/>
              </a:ext>
            </a:extLst>
          </p:cNvPr>
          <p:cNvSpPr txBox="1"/>
          <p:nvPr/>
        </p:nvSpPr>
        <p:spPr>
          <a:xfrm>
            <a:off x="5315716" y="4109671"/>
            <a:ext cx="2099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Import!</a:t>
            </a:r>
          </a:p>
        </p:txBody>
      </p:sp>
    </p:spTree>
    <p:extLst>
      <p:ext uri="{BB962C8B-B14F-4D97-AF65-F5344CB8AC3E}">
        <p14:creationId xmlns:p14="http://schemas.microsoft.com/office/powerpoint/2010/main" val="2576713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0DD0A-9F67-9A2D-587C-2491444D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E36BCA-7263-4043-546F-4FEBEBF17082}"/>
              </a:ext>
            </a:extLst>
          </p:cNvPr>
          <p:cNvSpPr txBox="1"/>
          <p:nvPr/>
        </p:nvSpPr>
        <p:spPr>
          <a:xfrm>
            <a:off x="317633" y="168441"/>
            <a:ext cx="7921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r>
              <a:rPr lang="en-US" altLang="zh-CN" sz="2800" b="1" dirty="0">
                <a:solidFill>
                  <a:srgbClr val="FF0000"/>
                </a:solidFill>
              </a:rPr>
              <a:t> – Auxiliary Elevation</a:t>
            </a:r>
            <a:endParaRPr lang="en-US" sz="2800" b="1" dirty="0"/>
          </a:p>
        </p:txBody>
      </p:sp>
      <p:pic>
        <p:nvPicPr>
          <p:cNvPr id="5" name="Picture 4" descr="A diagram of a hexagon and hexagon&#10;&#10;AI-generated content may be incorrect.">
            <a:extLst>
              <a:ext uri="{FF2B5EF4-FFF2-40B4-BE49-F238E27FC236}">
                <a16:creationId xmlns:a16="http://schemas.microsoft.com/office/drawing/2014/main" id="{FF361FA9-8E15-C994-23B1-D3D52C76A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12" y="649301"/>
            <a:ext cx="5514381" cy="39035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608059-8C49-266A-AA3F-1C8E17A949D4}"/>
              </a:ext>
            </a:extLst>
          </p:cNvPr>
          <p:cNvSpPr txBox="1"/>
          <p:nvPr/>
        </p:nvSpPr>
        <p:spPr>
          <a:xfrm>
            <a:off x="5730557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Elevation: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Elevation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</a:t>
            </a:r>
            <a:r>
              <a:rPr lang="en-US" b="1" dirty="0">
                <a:solidFill>
                  <a:srgbClr val="FF0000"/>
                </a:solidFill>
              </a:rPr>
              <a:t>Plan</a:t>
            </a:r>
            <a:r>
              <a:rPr lang="en-US" dirty="0">
                <a:solidFill>
                  <a:srgbClr val="FF0000"/>
                </a:solidFill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817903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835-C99A-6EFA-6B0E-3231F240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ctangular object&#10;&#10;AI-generated content may be incorrect.">
            <a:extLst>
              <a:ext uri="{FF2B5EF4-FFF2-40B4-BE49-F238E27FC236}">
                <a16:creationId xmlns:a16="http://schemas.microsoft.com/office/drawing/2014/main" id="{1CA90B0D-4084-7E88-7898-529BA09CB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137" y="691661"/>
            <a:ext cx="5707022" cy="40131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EEBE0F-7E32-D2DB-BF4E-14BC13C68920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1DF82A-2D2E-D689-A432-2ABF598BA1AB}"/>
              </a:ext>
            </a:extLst>
          </p:cNvPr>
          <p:cNvSpPr txBox="1"/>
          <p:nvPr/>
        </p:nvSpPr>
        <p:spPr>
          <a:xfrm>
            <a:off x="5315716" y="4109671"/>
            <a:ext cx="2099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Import!</a:t>
            </a:r>
          </a:p>
        </p:txBody>
      </p:sp>
    </p:spTree>
    <p:extLst>
      <p:ext uri="{BB962C8B-B14F-4D97-AF65-F5344CB8AC3E}">
        <p14:creationId xmlns:p14="http://schemas.microsoft.com/office/powerpoint/2010/main" val="3679089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D3FF-E520-1CC2-2726-736D62D3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FD592E-771A-AC69-9989-9BBAC7A27184}"/>
              </a:ext>
            </a:extLst>
          </p:cNvPr>
          <p:cNvSpPr txBox="1"/>
          <p:nvPr/>
        </p:nvSpPr>
        <p:spPr>
          <a:xfrm>
            <a:off x="317634" y="168441"/>
            <a:ext cx="788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CAE65-D048-542A-426C-005BD3F3D984}"/>
              </a:ext>
            </a:extLst>
          </p:cNvPr>
          <p:cNvSpPr txBox="1"/>
          <p:nvPr/>
        </p:nvSpPr>
        <p:spPr>
          <a:xfrm>
            <a:off x="790074" y="1634252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First Quadrant (Angle)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21791F-EB00-FA47-BAF1-C765EF72DEDE}"/>
              </a:ext>
            </a:extLst>
          </p:cNvPr>
          <p:cNvSpPr txBox="1"/>
          <p:nvPr/>
        </p:nvSpPr>
        <p:spPr>
          <a:xfrm>
            <a:off x="790074" y="3201977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Third Quadrant (Angle)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7CD61-FCBE-8BEC-BA45-DF14807A7183}"/>
              </a:ext>
            </a:extLst>
          </p:cNvPr>
          <p:cNvSpPr txBox="1"/>
          <p:nvPr/>
        </p:nvSpPr>
        <p:spPr>
          <a:xfrm>
            <a:off x="5788794" y="1634252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Plan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CC400-5550-1B1E-94D1-DAA8264490B7}"/>
              </a:ext>
            </a:extLst>
          </p:cNvPr>
          <p:cNvSpPr txBox="1"/>
          <p:nvPr/>
        </p:nvSpPr>
        <p:spPr>
          <a:xfrm>
            <a:off x="5788794" y="3201977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Elevation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9820D8-D843-A4E1-DAB2-0AAA380EB257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3906654" y="1865085"/>
            <a:ext cx="1882140" cy="1567725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040EEA-9DC5-4AF2-2049-C2896120C48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906654" y="1865085"/>
            <a:ext cx="1882140" cy="0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A704E3-B687-2E64-561E-5F6D5A0662E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00B794-D15C-4F46-E425-C5B6CE1A18B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3906654" y="3432810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2FD7DB53-A66D-D73F-DF1B-2CFE06E0C534}"/>
              </a:ext>
            </a:extLst>
          </p:cNvPr>
          <p:cNvSpPr/>
          <p:nvPr/>
        </p:nvSpPr>
        <p:spPr>
          <a:xfrm>
            <a:off x="439554" y="1097280"/>
            <a:ext cx="3520441" cy="1463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F1C2E6-BD18-0067-C82E-3DBE14E420A2}"/>
              </a:ext>
            </a:extLst>
          </p:cNvPr>
          <p:cNvSpPr txBox="1"/>
          <p:nvPr/>
        </p:nvSpPr>
        <p:spPr>
          <a:xfrm rot="20700000">
            <a:off x="3771458" y="515968"/>
            <a:ext cx="3663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More likely for quiz1</a:t>
            </a:r>
          </a:p>
        </p:txBody>
      </p:sp>
    </p:spTree>
    <p:extLst>
      <p:ext uri="{BB962C8B-B14F-4D97-AF65-F5344CB8AC3E}">
        <p14:creationId xmlns:p14="http://schemas.microsoft.com/office/powerpoint/2010/main" val="35254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F610-F94F-05B8-8B33-400A869E4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rawing of a cylinder and a cylinder&#10;&#10;AI-generated content may be incorrect.">
            <a:extLst>
              <a:ext uri="{FF2B5EF4-FFF2-40B4-BE49-F238E27FC236}">
                <a16:creationId xmlns:a16="http://schemas.microsoft.com/office/drawing/2014/main" id="{F5FC1B21-0F48-6CBC-4725-AA87B69A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18" y="61301"/>
            <a:ext cx="3351749" cy="4770588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6A5F8B8-84E3-8B30-A25B-8FD4BBADEC27}"/>
              </a:ext>
            </a:extLst>
          </p:cNvPr>
          <p:cNvSpPr/>
          <p:nvPr/>
        </p:nvSpPr>
        <p:spPr>
          <a:xfrm rot="16200000">
            <a:off x="6812330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F5ACB3E5-E31C-72A0-09F7-E7EA3CDD9B59}"/>
              </a:ext>
            </a:extLst>
          </p:cNvPr>
          <p:cNvSpPr/>
          <p:nvPr/>
        </p:nvSpPr>
        <p:spPr>
          <a:xfrm rot="9000000" flipV="1">
            <a:off x="6038017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95EFA29B-029B-A96A-879D-F34CB63687C7}"/>
              </a:ext>
            </a:extLst>
          </p:cNvPr>
          <p:cNvSpPr/>
          <p:nvPr/>
        </p:nvSpPr>
        <p:spPr>
          <a:xfrm rot="16200000" flipV="1">
            <a:off x="5594062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0B706204-AFCE-12C1-850B-4D902F3A5436}"/>
              </a:ext>
            </a:extLst>
          </p:cNvPr>
          <p:cNvSpPr/>
          <p:nvPr/>
        </p:nvSpPr>
        <p:spPr>
          <a:xfrm rot="16200000">
            <a:off x="5526480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FBEB899-AB7E-F28D-D19B-2646623B769C}"/>
              </a:ext>
            </a:extLst>
          </p:cNvPr>
          <p:cNvGrpSpPr/>
          <p:nvPr/>
        </p:nvGrpSpPr>
        <p:grpSpPr>
          <a:xfrm>
            <a:off x="5937890" y="844408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71035E3-5CCF-9CC0-9DCD-8C502704F33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6DAA58-E76B-5105-012C-63F671EA5BA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2E96EEE-63DB-265F-E902-81C1108C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5354A35-D5A1-4322-E4D1-9A13F884DF12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55ED08A8-0E29-FA1D-BB5A-C4E84457D37F}"/>
              </a:ext>
            </a:extLst>
          </p:cNvPr>
          <p:cNvSpPr/>
          <p:nvPr/>
        </p:nvSpPr>
        <p:spPr>
          <a:xfrm>
            <a:off x="560678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5BC3D2-CC77-BCF8-84A9-FCCD5108F670}"/>
              </a:ext>
            </a:extLst>
          </p:cNvPr>
          <p:cNvSpPr/>
          <p:nvPr/>
        </p:nvSpPr>
        <p:spPr>
          <a:xfrm>
            <a:off x="6683962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A1F161-E642-A39A-7BDA-DDD9DC696596}"/>
              </a:ext>
            </a:extLst>
          </p:cNvPr>
          <p:cNvSpPr/>
          <p:nvPr/>
        </p:nvSpPr>
        <p:spPr>
          <a:xfrm>
            <a:off x="7761135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2DE1C2-5285-2C62-2E50-077DCC5503D4}"/>
              </a:ext>
            </a:extLst>
          </p:cNvPr>
          <p:cNvSpPr/>
          <p:nvPr/>
        </p:nvSpPr>
        <p:spPr>
          <a:xfrm>
            <a:off x="6683962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6F960A-C854-F615-4320-4D943DEA73CA}"/>
              </a:ext>
            </a:extLst>
          </p:cNvPr>
          <p:cNvSpPr/>
          <p:nvPr/>
        </p:nvSpPr>
        <p:spPr>
          <a:xfrm rot="18900000">
            <a:off x="6345356" y="3299284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01DBF-5F28-1382-21EE-A5F66146BCEF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78DE08-2BBE-DFCA-6A83-315A6969072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2834261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63B1-82E4-7263-9535-0DBD3635E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5D5D31C-A3FA-CAD2-A12C-37F2C1A4E844}"/>
              </a:ext>
            </a:extLst>
          </p:cNvPr>
          <p:cNvSpPr/>
          <p:nvPr/>
        </p:nvSpPr>
        <p:spPr>
          <a:xfrm rot="16200000">
            <a:off x="6273744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1CF66835-6963-C8AD-87AD-727DDE8BD9CC}"/>
              </a:ext>
            </a:extLst>
          </p:cNvPr>
          <p:cNvSpPr/>
          <p:nvPr/>
        </p:nvSpPr>
        <p:spPr>
          <a:xfrm rot="9000000" flipV="1">
            <a:off x="5499431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A174B8FF-1C52-3108-51DB-DF98834538F7}"/>
              </a:ext>
            </a:extLst>
          </p:cNvPr>
          <p:cNvSpPr/>
          <p:nvPr/>
        </p:nvSpPr>
        <p:spPr>
          <a:xfrm rot="16200000" flipV="1">
            <a:off x="5055476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2CBE314-9322-7153-1CB7-48BE82E7F995}"/>
              </a:ext>
            </a:extLst>
          </p:cNvPr>
          <p:cNvSpPr/>
          <p:nvPr/>
        </p:nvSpPr>
        <p:spPr>
          <a:xfrm rot="16200000">
            <a:off x="4987894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338D8F7-C0F7-0042-CB8D-C28310F12A55}"/>
              </a:ext>
            </a:extLst>
          </p:cNvPr>
          <p:cNvGrpSpPr/>
          <p:nvPr/>
        </p:nvGrpSpPr>
        <p:grpSpPr>
          <a:xfrm rot="14400000">
            <a:off x="5543829" y="856109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DF08912-DFAE-32AF-0841-2B2FD2146A98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CD04E28-5756-34B0-F475-DE6461195F94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03F9955-6F9E-5AF8-1D21-530657373E0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E618CD7-7A0B-C527-5991-61824FB048E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67284784-E551-F147-948F-5134322A5D15}"/>
              </a:ext>
            </a:extLst>
          </p:cNvPr>
          <p:cNvSpPr/>
          <p:nvPr/>
        </p:nvSpPr>
        <p:spPr>
          <a:xfrm>
            <a:off x="5068203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4C4E59-CE4D-1A90-88A1-EE338EE654D8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E7EF879-9810-F1A1-D59A-E083C694F2F0}"/>
              </a:ext>
            </a:extLst>
          </p:cNvPr>
          <p:cNvSpPr/>
          <p:nvPr/>
        </p:nvSpPr>
        <p:spPr>
          <a:xfrm>
            <a:off x="722254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4100E7-3FCA-F4CF-C2D1-A408A4B0CBBF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721BF0-A009-4633-24A7-B638732B38FC}"/>
              </a:ext>
            </a:extLst>
          </p:cNvPr>
          <p:cNvSpPr/>
          <p:nvPr/>
        </p:nvSpPr>
        <p:spPr>
          <a:xfrm rot="13500000">
            <a:off x="5538740" y="3460879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C77A00-BF5C-3731-F7BB-78F773305E5B}"/>
              </a:ext>
            </a:extLst>
          </p:cNvPr>
          <p:cNvSpPr txBox="1"/>
          <p:nvPr/>
        </p:nvSpPr>
        <p:spPr>
          <a:xfrm>
            <a:off x="376706" y="34875"/>
            <a:ext cx="30218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E2D14-A3B8-8F23-AF48-6A6E49717FA4}"/>
              </a:ext>
            </a:extLst>
          </p:cNvPr>
          <p:cNvSpPr txBox="1"/>
          <p:nvPr/>
        </p:nvSpPr>
        <p:spPr>
          <a:xfrm>
            <a:off x="376706" y="1357324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9802621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8A6D-A36F-118E-D611-44816C4D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158F8996-AA9D-84C9-8113-C664053B2D9D}"/>
              </a:ext>
            </a:extLst>
          </p:cNvPr>
          <p:cNvSpPr/>
          <p:nvPr/>
        </p:nvSpPr>
        <p:spPr>
          <a:xfrm rot="18900000">
            <a:off x="7592602" y="328528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hexagon&#10;&#10;AI-generated content may be incorrect.">
            <a:extLst>
              <a:ext uri="{FF2B5EF4-FFF2-40B4-BE49-F238E27FC236}">
                <a16:creationId xmlns:a16="http://schemas.microsoft.com/office/drawing/2014/main" id="{A6194548-8096-533F-4AC2-0292C9BC2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5" y="84438"/>
            <a:ext cx="3288574" cy="4706584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FB8C0E9-FF34-8B34-323C-4392DDF0D136}"/>
              </a:ext>
            </a:extLst>
          </p:cNvPr>
          <p:cNvSpPr/>
          <p:nvPr/>
        </p:nvSpPr>
        <p:spPr>
          <a:xfrm rot="16200000">
            <a:off x="673899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2107DB0B-ABDF-5DFE-89C4-46D01158D168}"/>
              </a:ext>
            </a:extLst>
          </p:cNvPr>
          <p:cNvSpPr/>
          <p:nvPr/>
        </p:nvSpPr>
        <p:spPr>
          <a:xfrm rot="16200000">
            <a:off x="549417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98223B7-B3E4-45D6-DAE7-C61EF6BE16F4}"/>
              </a:ext>
            </a:extLst>
          </p:cNvPr>
          <p:cNvSpPr/>
          <p:nvPr/>
        </p:nvSpPr>
        <p:spPr>
          <a:xfrm rot="9000000" flipV="1">
            <a:off x="598595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DA6F30F-3EE3-BA19-B4FD-74737305ABA8}"/>
              </a:ext>
            </a:extLst>
          </p:cNvPr>
          <p:cNvSpPr/>
          <p:nvPr/>
        </p:nvSpPr>
        <p:spPr>
          <a:xfrm rot="16200000" flipV="1">
            <a:off x="649909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746D01-1DE3-4092-A68E-B3E5C61DE3A6}"/>
              </a:ext>
            </a:extLst>
          </p:cNvPr>
          <p:cNvGrpSpPr/>
          <p:nvPr/>
        </p:nvGrpSpPr>
        <p:grpSpPr>
          <a:xfrm>
            <a:off x="6550524" y="525596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8753B6-C87B-3D12-7C8F-C613E860C615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870785-18DC-7CFF-A4DD-6362221A232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1719ED-2D37-3256-A0BC-671252B827F1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F82A05-E841-C8FF-790B-223B4DE5B9A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EE16587-6259-60E4-5902-73E2AA9A828B}"/>
              </a:ext>
            </a:extLst>
          </p:cNvPr>
          <p:cNvSpPr/>
          <p:nvPr/>
        </p:nvSpPr>
        <p:spPr>
          <a:xfrm>
            <a:off x="577686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80172B-3285-32AF-38B9-97BCCC17F464}"/>
              </a:ext>
            </a:extLst>
          </p:cNvPr>
          <p:cNvSpPr/>
          <p:nvPr/>
        </p:nvSpPr>
        <p:spPr>
          <a:xfrm>
            <a:off x="685403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9737C9-14AC-F95F-656E-E5B0181E5228}"/>
              </a:ext>
            </a:extLst>
          </p:cNvPr>
          <p:cNvSpPr/>
          <p:nvPr/>
        </p:nvSpPr>
        <p:spPr>
          <a:xfrm>
            <a:off x="793120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0585D6-32CE-EBD7-8B96-71C882B2CDC4}"/>
              </a:ext>
            </a:extLst>
          </p:cNvPr>
          <p:cNvSpPr/>
          <p:nvPr/>
        </p:nvSpPr>
        <p:spPr>
          <a:xfrm>
            <a:off x="685403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E0FA6B-8D42-2087-ED99-AE5F2DCE4A7A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F0BCC-8122-C889-B1BD-FC3C11BD66D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43491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CE5C8-E909-8B81-C037-86A7DF0D6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75D5FD5-B45F-97EC-2A67-D4D2912C03CC}"/>
              </a:ext>
            </a:extLst>
          </p:cNvPr>
          <p:cNvSpPr/>
          <p:nvPr/>
        </p:nvSpPr>
        <p:spPr>
          <a:xfrm rot="2700000">
            <a:off x="6754681" y="3212729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415EB1B-C1BD-7366-BE33-BDCF58250A1E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8F8668-A3F0-2407-A472-4CCA903731B5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635F9905-6619-9A25-96BB-7A516B91EC17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16394FDA-49B1-40AD-EB5E-94A9267C9D73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5507DA4-281E-1C20-CAF9-34B5F36C9F9D}"/>
              </a:ext>
            </a:extLst>
          </p:cNvPr>
          <p:cNvGrpSpPr/>
          <p:nvPr/>
        </p:nvGrpSpPr>
        <p:grpSpPr>
          <a:xfrm rot="14400000">
            <a:off x="5765007" y="573099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F880138-41B7-1A8A-24F9-B259EA582A00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675B183-E0A5-5FFA-9445-39BB2B19AD96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60A5CFC-7F0A-65FF-D1F1-6774981A392D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5E5C2A5-A878-480F-0C87-D1FCA3CED6B5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DE94709-D612-8CD7-2FF6-DCBCE3E50871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F4FC3B4-B4F1-5FAA-2A18-0740299CD112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E94D9E-9072-B3AA-C618-9E84FB28658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2AEFBD-4EAA-7CC1-2E46-E6244783F8DC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79155-7E51-A7CA-DDDC-F27170175ADC}"/>
              </a:ext>
            </a:extLst>
          </p:cNvPr>
          <p:cNvSpPr txBox="1"/>
          <p:nvPr/>
        </p:nvSpPr>
        <p:spPr>
          <a:xfrm>
            <a:off x="197621" y="34875"/>
            <a:ext cx="27360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D32D7-4A30-6905-1BA7-1A9F57B85BDE}"/>
              </a:ext>
            </a:extLst>
          </p:cNvPr>
          <p:cNvSpPr txBox="1"/>
          <p:nvPr/>
        </p:nvSpPr>
        <p:spPr>
          <a:xfrm>
            <a:off x="197621" y="1372082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5823557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0605A-89A6-29EB-CE7A-F76A7205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B3746-0966-360E-0585-DE19F92A353F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54135C-1C40-E713-51B3-AF2EEF574364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DFE61711-9096-E552-D18E-42DFED914535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BBFB02A6-5943-B894-A573-E9EE8AA211C2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6CF595C-828E-473E-8FD8-F6E72A791553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7845C71C-7634-B894-7E78-F35EA1F54701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E4892F3-ECE4-EA6B-479C-B05444516DA6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3334F44-D573-AE6B-1A9B-22C35F067C86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7B211E-5E86-9516-9356-8F396ABC4C70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C7A18B-03C9-4306-1883-A0DB810FF8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795E0B-1F82-67EE-C8C9-159071F8B7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B5B708-0669-856D-65B6-FA26A8EEAD4B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2A5D6F-D418-5290-BC7B-5B397D172E7F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B3F118-F8BD-52D3-63A9-895C7E7E051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B19A64-AC7E-9432-BFDF-C25A630D9639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A diagram of angles and angles&#10;&#10;AI-generated content may be incorrect.">
            <a:extLst>
              <a:ext uri="{FF2B5EF4-FFF2-40B4-BE49-F238E27FC236}">
                <a16:creationId xmlns:a16="http://schemas.microsoft.com/office/drawing/2014/main" id="{E2BBF7C5-D1C6-E906-9DF3-527A19DE4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98" y="1100248"/>
            <a:ext cx="4644058" cy="283640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8D6CD4E-13AB-98BC-B38C-663CEBAAD068}"/>
              </a:ext>
            </a:extLst>
          </p:cNvPr>
          <p:cNvSpPr/>
          <p:nvPr/>
        </p:nvSpPr>
        <p:spPr>
          <a:xfrm>
            <a:off x="2015303" y="1334349"/>
            <a:ext cx="603206" cy="202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PLAN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FB53A2B-EC73-C6C5-5810-D55CA70957F8}"/>
              </a:ext>
            </a:extLst>
          </p:cNvPr>
          <p:cNvCxnSpPr/>
          <p:nvPr/>
        </p:nvCxnSpPr>
        <p:spPr>
          <a:xfrm>
            <a:off x="5378335" y="2660073"/>
            <a:ext cx="407323" cy="7481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D46D073-E402-8CBE-EE5E-F674AB78E747}"/>
              </a:ext>
            </a:extLst>
          </p:cNvPr>
          <p:cNvSpPr txBox="1"/>
          <p:nvPr/>
        </p:nvSpPr>
        <p:spPr>
          <a:xfrm>
            <a:off x="5190327" y="2841952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148859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53A-DC55-0A4D-FAE3-B051D3D0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768BC-5508-09F6-8DC8-B19B128D95B1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743A05-6194-A3E0-5DE3-59D4507626B8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F7A06D3C-8586-936E-9980-235FA6C0D097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07E11142-9F2F-F34B-1B87-1006E1103E36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185065D-3EC7-67BC-CAF0-60A5B1A9EC3B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F4AADB00-82C2-0026-6741-F65E8E33A89B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C2CC98F-B492-3101-7A84-7EE2A0F4E511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938A563-F5A1-ECC3-CA78-1271AE11005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7D635E6-8972-619E-03E6-AA9DD1D043FB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833490E-D5E4-36C9-78E1-E14EEFED2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9A1FA2E-9948-91CF-D4FB-CDFE439B82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DF8474-C4B1-8148-3BDF-A81F67851AFD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136272-0BEB-78D8-7B56-17BFD92E77B4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31858E-4BF2-5B76-1363-E4BF384F8EEF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008A46-6F9E-B0E4-3E1A-92A8D26F7DA6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FA3704A5-4D18-58EA-309D-208BB8BC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" y="564917"/>
            <a:ext cx="3757009" cy="4258686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2959EBE-CD34-4558-917F-D42A555C0CBA}"/>
              </a:ext>
            </a:extLst>
          </p:cNvPr>
          <p:cNvCxnSpPr/>
          <p:nvPr/>
        </p:nvCxnSpPr>
        <p:spPr>
          <a:xfrm>
            <a:off x="5469412" y="2625052"/>
            <a:ext cx="407323" cy="7481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C01393-0ABF-FEB4-43C5-9A2BEE6A877E}"/>
              </a:ext>
            </a:extLst>
          </p:cNvPr>
          <p:cNvSpPr txBox="1"/>
          <p:nvPr/>
        </p:nvSpPr>
        <p:spPr>
          <a:xfrm>
            <a:off x="5281404" y="2806931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1602438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DCAD-4DCD-285E-C46C-90CB96B2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6F30482-F189-79A5-07DC-B551D480FC73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5BBFD2-334B-19FC-AC32-2F758639BF6B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triangle with a triangle and a triangle with a triangle and a triangle with a triangle and a triangle with a triangle with a triangle and a triangle with a triangle with a triangle with&#10;&#10;AI-generated content may be incorrect.">
            <a:extLst>
              <a:ext uri="{FF2B5EF4-FFF2-40B4-BE49-F238E27FC236}">
                <a16:creationId xmlns:a16="http://schemas.microsoft.com/office/drawing/2014/main" id="{55A8A6DE-0C7C-C66C-B16D-EF725A42B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61" y="738187"/>
            <a:ext cx="4803779" cy="333821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435F6795-66C5-1AB3-C669-3577B41AECB7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EC91D54E-10EF-4E52-9214-D5F51D6A39D8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300792-AEB6-C3C6-1AF6-76001331E49C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2C585D-90A6-36BA-0B95-BCCB356ABA3B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502C28-C88D-A8DC-C7E6-2484C274AFCA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D29B11-199A-9221-9B94-3EADF4E11732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066A917-0F05-B37B-8F4B-F22B40DA1A06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6FCD5E7E-69A9-6E81-A2B9-A2B2A7419F37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517203-1AB6-0527-DABB-531F1260544A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D4B429-0328-DA1C-8D0F-EF267C88EBE1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61EA6D-33A4-ECFC-0E74-E977706D63BC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8344965-05DD-87CB-D5D0-0A15D23EAA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5878D4-ADCE-A775-592A-998336759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26CBF56-D1B4-DF22-10F0-915B91540B1B}"/>
              </a:ext>
            </a:extLst>
          </p:cNvPr>
          <p:cNvCxnSpPr>
            <a:cxnSpLocks/>
          </p:cNvCxnSpPr>
          <p:nvPr/>
        </p:nvCxnSpPr>
        <p:spPr>
          <a:xfrm>
            <a:off x="5247425" y="3242565"/>
            <a:ext cx="595331" cy="381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F39E8D0-C2EF-3537-182E-FC8EB71DD15D}"/>
              </a:ext>
            </a:extLst>
          </p:cNvPr>
          <p:cNvSpPr txBox="1"/>
          <p:nvPr/>
        </p:nvSpPr>
        <p:spPr>
          <a:xfrm>
            <a:off x="5502673" y="3003992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9407241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B7E30-5924-FF4E-CFCA-C4C781369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CE792-C51A-86D0-7879-39CD55877E6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pyramid and a pyramid&#10;&#10;AI-generated content may be incorrect.">
            <a:extLst>
              <a:ext uri="{FF2B5EF4-FFF2-40B4-BE49-F238E27FC236}">
                <a16:creationId xmlns:a16="http://schemas.microsoft.com/office/drawing/2014/main" id="{2931F94F-AD38-5F75-891F-925E3288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9" y="846404"/>
            <a:ext cx="4589651" cy="323029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2A4973-C612-2045-CA9B-265E75CC4835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D4957B2-D4A3-8B46-C191-9D5ED2E57E41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EF66703-1F7D-7304-6265-43EC9801F9F5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8F436D-C6C5-463C-71A8-681575F55FD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CAD75E-37A7-3B05-2AD0-399B4FDC587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F049A9-F726-8E6C-05EB-83D4665850B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11F3B-D15F-5272-4291-CD879FCB9C0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CE3430F-2AB8-DD56-5817-B9FC48406123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241D7B27-90FD-1AEA-1356-5E7C6C4DC3AA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1B0B35-7B78-A882-3F6E-3B00233CF51C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43C61D-6A1A-5F49-D01C-412A47AF3139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A968C35-2192-DE4F-A3B0-5AA40CA2EB17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22AA05-B67C-EAE6-FF5A-77624787F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45AF37B-E7CF-4F07-34D2-94A6D6F4F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4679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96DA1-92F8-AA34-3370-8F255AFB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800413-F22A-509B-A36C-D44AF3C1D5A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pic>
        <p:nvPicPr>
          <p:cNvPr id="4" name="Picture 3" descr="A drawing of a hexagon and a hexagon&#10;&#10;AI-generated content may be incorrect.">
            <a:extLst>
              <a:ext uri="{FF2B5EF4-FFF2-40B4-BE49-F238E27FC236}">
                <a16:creationId xmlns:a16="http://schemas.microsoft.com/office/drawing/2014/main" id="{DBF146C6-371B-D076-E6D5-3496D67FE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4" y="718815"/>
            <a:ext cx="4679649" cy="32547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6E7484-FC85-073E-B98E-9E435F666F32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100BC9A1-0BB2-E2A4-B695-801AB16CB4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B94CF4AC-BD06-03C6-EEFB-7FF2D97D8F22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9F6796-83B9-F595-B5ED-91C27566A941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CB90AB-CA26-B18B-61C8-9BEE1AAB8EE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ABC59F-762A-044D-674E-71735B1690AC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67AC1F-D3B6-929F-E541-E6494AB0B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FFDA66-01F6-FB92-4C9D-D91881C96484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C7D473B-C359-87E1-AC33-208B5E45EA2F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8BC7A9-3A68-457E-544C-739C90E957A7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422FB9-4757-0776-314A-B16D9ABFBE7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E90C3F-AFD9-853D-D99A-B2718A88FF1F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AF68791-9EA3-DA46-F01C-9E96900A7C2D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285B0BF-49C6-A54E-EE2D-11CFA02AD3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0C2FDB-AB6C-BDBA-EA8D-2FD88D447459}"/>
              </a:ext>
            </a:extLst>
          </p:cNvPr>
          <p:cNvCxnSpPr>
            <a:cxnSpLocks/>
          </p:cNvCxnSpPr>
          <p:nvPr/>
        </p:nvCxnSpPr>
        <p:spPr>
          <a:xfrm flipH="1" flipV="1">
            <a:off x="7859019" y="3421508"/>
            <a:ext cx="798021" cy="482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344C67C-FB1B-38D6-DC2F-31B1DBB0705C}"/>
              </a:ext>
            </a:extLst>
          </p:cNvPr>
          <p:cNvSpPr txBox="1"/>
          <p:nvPr/>
        </p:nvSpPr>
        <p:spPr>
          <a:xfrm>
            <a:off x="7711360" y="3446578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732387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B079-55D5-6CE2-3EC6-2C2BEBF5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C83F8-B69F-185B-3DE3-624E2A6835BD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640F8-2BC9-62DA-8B4C-C41F4394CE79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13DCEF6-2CD5-9902-1754-D7F1D644FDF9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03BB8C0-7222-CC38-AFF9-F046C13DC8F7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D98828-5500-E183-469F-504E40ACAEF5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CE3AEB-453F-9015-8F65-79789A83B86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69198E-ED4F-6164-2474-ADFA885163FA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B25CDA-D917-C442-CAFA-676820DC50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2AFF4D7-75F8-900F-E948-7147DB8C024A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807A2CB-AF54-3B10-DA7C-5AC8C964E9F8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D7BA18-2E1D-BA18-4CF7-8B13C163678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04319F-50E8-2A5E-4382-13B0B1CCDC3D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0CFBF2-CEA1-70DC-752F-5705C010E8FD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042B6A2-C9C8-D713-5FF0-A58BEB8851EA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4084625-E87A-A394-87F7-8C7DEFEEC8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BB150384-F77B-BCCD-044F-4C63E1997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CB1EE3-215E-510B-558E-AC1AEBD2430E}"/>
              </a:ext>
            </a:extLst>
          </p:cNvPr>
          <p:cNvSpPr txBox="1"/>
          <p:nvPr/>
        </p:nvSpPr>
        <p:spPr>
          <a:xfrm>
            <a:off x="2950859" y="4184832"/>
            <a:ext cx="2403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hidden line missed!</a:t>
            </a:r>
          </a:p>
        </p:txBody>
      </p:sp>
    </p:spTree>
    <p:extLst>
      <p:ext uri="{BB962C8B-B14F-4D97-AF65-F5344CB8AC3E}">
        <p14:creationId xmlns:p14="http://schemas.microsoft.com/office/powerpoint/2010/main" val="2736533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96D10-A3FF-DCD9-58F9-36AD9384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C6649E-1FBD-7273-0766-EE7B6D946360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8462B8-E549-978E-F930-D636C21E92CE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DA22381-7FFF-9A69-CE79-DDC056A63D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E606483-9883-E65F-C3DB-FF0AC62427B0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773F85-5BBC-665E-E846-A8C1F6B28466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28B74C1-F631-C0FF-7AC2-32EC79FA30EC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E285BF-2943-772A-FD0F-7A23B6DF234D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D562F6-D684-FD9B-57CE-0AA691EDC8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247A67-B6FD-CA03-0F72-FDAA69BC26FF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2236F99-A07E-9AD6-B63D-DA07218F658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5CEC35-1C5B-EBA7-80F5-567877D3D6CD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B896C3-E4A0-012D-6B84-B7A1E32A8242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758749-FFBB-4724-C480-26D77CBAFF8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85BEF78-7C61-9068-AB3F-98BE79EE8375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998E3C4-FAEC-1610-9056-FFB73240F490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62692FDF-48CC-B51F-3165-E0A289622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D54E544-8D78-4C20-B4A3-233F1E3391BA}"/>
              </a:ext>
            </a:extLst>
          </p:cNvPr>
          <p:cNvSpPr/>
          <p:nvPr/>
        </p:nvSpPr>
        <p:spPr>
          <a:xfrm rot="1147554">
            <a:off x="3803797" y="2812129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B364241-47F9-7693-3954-55112E317451}"/>
              </a:ext>
            </a:extLst>
          </p:cNvPr>
          <p:cNvSpPr/>
          <p:nvPr/>
        </p:nvSpPr>
        <p:spPr>
          <a:xfrm rot="1147554">
            <a:off x="3980011" y="2045366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469203-1953-4CD5-337A-748AFC751129}"/>
              </a:ext>
            </a:extLst>
          </p:cNvPr>
          <p:cNvCxnSpPr>
            <a:cxnSpLocks/>
          </p:cNvCxnSpPr>
          <p:nvPr/>
        </p:nvCxnSpPr>
        <p:spPr>
          <a:xfrm>
            <a:off x="3593054" y="2176631"/>
            <a:ext cx="467771" cy="9666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783FE-8E20-22BC-3757-0A18C82E7AF6}"/>
              </a:ext>
            </a:extLst>
          </p:cNvPr>
          <p:cNvCxnSpPr>
            <a:cxnSpLocks/>
          </p:cNvCxnSpPr>
          <p:nvPr/>
        </p:nvCxnSpPr>
        <p:spPr>
          <a:xfrm flipV="1">
            <a:off x="4025808" y="2279650"/>
            <a:ext cx="35017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7FBF2C-9749-7D82-7734-987991E86655}"/>
              </a:ext>
            </a:extLst>
          </p:cNvPr>
          <p:cNvCxnSpPr>
            <a:cxnSpLocks/>
          </p:cNvCxnSpPr>
          <p:nvPr/>
        </p:nvCxnSpPr>
        <p:spPr>
          <a:xfrm flipH="1" flipV="1">
            <a:off x="4060825" y="2279650"/>
            <a:ext cx="631128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F2E80A7-C32F-20E9-BD80-2CA3D3F53433}"/>
              </a:ext>
            </a:extLst>
          </p:cNvPr>
          <p:cNvCxnSpPr>
            <a:cxnSpLocks/>
          </p:cNvCxnSpPr>
          <p:nvPr/>
        </p:nvCxnSpPr>
        <p:spPr>
          <a:xfrm flipV="1">
            <a:off x="4223868" y="2746172"/>
            <a:ext cx="89058" cy="37772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8D9285-D2AF-B47B-DDF7-0E87462FF264}"/>
              </a:ext>
            </a:extLst>
          </p:cNvPr>
          <p:cNvCxnSpPr>
            <a:cxnSpLocks/>
          </p:cNvCxnSpPr>
          <p:nvPr/>
        </p:nvCxnSpPr>
        <p:spPr>
          <a:xfrm flipV="1">
            <a:off x="3812872" y="3057525"/>
            <a:ext cx="36815" cy="15527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0F4BFF-C61E-CFCC-D1CC-F595245FA58A}"/>
              </a:ext>
            </a:extLst>
          </p:cNvPr>
          <p:cNvCxnSpPr>
            <a:cxnSpLocks/>
          </p:cNvCxnSpPr>
          <p:nvPr/>
        </p:nvCxnSpPr>
        <p:spPr>
          <a:xfrm flipH="1" flipV="1">
            <a:off x="3399416" y="2929666"/>
            <a:ext cx="450271" cy="10245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D5DE841-A61C-8878-14FD-4E4FCD2316A9}"/>
              </a:ext>
            </a:extLst>
          </p:cNvPr>
          <p:cNvCxnSpPr>
            <a:cxnSpLocks/>
          </p:cNvCxnSpPr>
          <p:nvPr/>
        </p:nvCxnSpPr>
        <p:spPr>
          <a:xfrm flipH="1" flipV="1">
            <a:off x="3857263" y="3032125"/>
            <a:ext cx="366605" cy="10303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3980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F878ED72-6AB0-C9FD-E8F2-DA516DC3B3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457" b="26251"/>
          <a:stretch>
            <a:fillRect/>
          </a:stretch>
        </p:blipFill>
        <p:spPr>
          <a:xfrm>
            <a:off x="6727790" y="810296"/>
            <a:ext cx="2372530" cy="304967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BE9A133-4B19-3FFA-927C-8D5E691E16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56" b="16777"/>
          <a:stretch>
            <a:fillRect/>
          </a:stretch>
        </p:blipFill>
        <p:spPr>
          <a:xfrm>
            <a:off x="4194689" y="810296"/>
            <a:ext cx="2372530" cy="35370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Where to download </a:t>
            </a:r>
            <a:r>
              <a:rPr lang="en-US" sz="2800" b="1"/>
              <a:t>the slides?</a:t>
            </a:r>
            <a:endParaRPr lang="en-US" altLang="zh-CN" sz="28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0F29FD-C5C8-23F9-EA3F-D17CCFB0B60B}"/>
              </a:ext>
            </a:extLst>
          </p:cNvPr>
          <p:cNvSpPr/>
          <p:nvPr/>
        </p:nvSpPr>
        <p:spPr>
          <a:xfrm>
            <a:off x="4320790" y="2461846"/>
            <a:ext cx="2130251" cy="276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7584221" y="2008719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8797530" y="1708220"/>
            <a:ext cx="150527" cy="3028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图片 2" descr="QR Code Image">
            <a:extLst>
              <a:ext uri="{FF2B5EF4-FFF2-40B4-BE49-F238E27FC236}">
                <a16:creationId xmlns:a16="http://schemas.microsoft.com/office/drawing/2014/main" id="{FB950885-3997-1140-D6CE-2D36C1F00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10296"/>
            <a:ext cx="3869873" cy="386987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1266E3-78EA-F711-3D66-742DA96A4E23}"/>
              </a:ext>
            </a:extLst>
          </p:cNvPr>
          <p:cNvCxnSpPr>
            <a:cxnSpLocks/>
          </p:cNvCxnSpPr>
          <p:nvPr/>
        </p:nvCxnSpPr>
        <p:spPr>
          <a:xfrm flipV="1">
            <a:off x="3781339" y="1085516"/>
            <a:ext cx="651091" cy="5505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632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1308</TotalTime>
  <Words>347</Words>
  <Application>Microsoft Office PowerPoint</Application>
  <PresentationFormat>全屏显示(16:9)</PresentationFormat>
  <Paragraphs>71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5" baseType="lpstr">
      <vt:lpstr>Arial</vt:lpstr>
      <vt:lpstr>Office Theme</vt:lpstr>
      <vt:lpstr>CV1711 ENGINEERING DRAWING &amp; 3D BUILD  INFO MODEL (LAB)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#JIANG SHUO#</cp:lastModifiedBy>
  <cp:revision>48</cp:revision>
  <dcterms:created xsi:type="dcterms:W3CDTF">2017-05-14T01:29:56Z</dcterms:created>
  <dcterms:modified xsi:type="dcterms:W3CDTF">2026-09-07T06:09:41Z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